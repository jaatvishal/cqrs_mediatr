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Aptos"/>
              </a:rPr>
              <a:t>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ptos"/>
              </a:rPr>
              <a:t>Order Management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574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Aptos"/>
              </a:rPr>
              <a:t>CQRS + MediatR + EF Core + Clean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63240"/>
            <a:ext cx="2070201" cy="7132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3227832"/>
            <a:ext cx="196047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HTTP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3121" y="322783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4289" y="3063240"/>
            <a:ext cx="2070201" cy="7132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9153" y="3227832"/>
            <a:ext cx="196047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MediatR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4491" y="322783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5659" y="3063240"/>
            <a:ext cx="2070201" cy="7132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0523" y="3227832"/>
            <a:ext cx="196047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Handlers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5860" y="322783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7028" y="3063240"/>
            <a:ext cx="2070201" cy="7132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1892" y="3227832"/>
            <a:ext cx="196047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EF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7230" y="322783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8398" y="3063240"/>
            <a:ext cx="2070201" cy="7132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262" y="3227832"/>
            <a:ext cx="196047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SQL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3434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Aptos"/>
              </a:rPr>
              <a:t>A production-oriented walkthrough of commands, queries, validation,</a:t>
            </a:r>
            <a:br/>
            <a:r>
              <a:t>performance, concurrency, and testing.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.NET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806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Aptos"/>
              </a:rPr>
              <a:t>ECommerce.CQRS_MediatR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Why this architecture?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Separate intent, keep HTTP thin, centralize cross-cutting concerns.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297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31089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CRUD grows into validation, business rules, logging, transactions, concurrency, and complex reads.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CQRS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31089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Commands own state changes.</a:t>
            </a:r>
            <a:br/>
            <a:br/>
            <a:r>
              <a:t>Queries own read models.</a:t>
            </a:r>
            <a:br/>
            <a:br/>
            <a:r>
              <a:t>Each operation has one explicit request and handler.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64008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904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Production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47672"/>
            <a:ext cx="31089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Smaller change surface</a:t>
            </a:r>
            <a:br/>
            <a:r>
              <a:t>Independent read optimization</a:t>
            </a:r>
            <a:br/>
            <a:r>
              <a:t>Consistent validation</a:t>
            </a:r>
            <a:br/>
            <a:r>
              <a:t>Easy operation-level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Clean architecture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Dependencies point inward; infrastructure details stay replaceable.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56032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ECommerce.API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47672"/>
            <a:ext cx="21488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Controllers</a:t>
            </a:r>
            <a:br/>
            <a:r>
              <a:t>Exception middleware</a:t>
            </a:r>
            <a:br/>
            <a:r>
              <a:t>Program / DI composition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325880"/>
            <a:ext cx="256032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325880"/>
            <a:ext cx="64008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490472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947672"/>
            <a:ext cx="21488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Commands &amp; queries</a:t>
            </a:r>
            <a:br/>
            <a:r>
              <a:t>Handlers &amp; DTOs</a:t>
            </a:r>
            <a:br/>
            <a:r>
              <a:t>Pipeline behaviors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256032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325880"/>
            <a:ext cx="64008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490472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947672"/>
            <a:ext cx="21488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Order aggregate</a:t>
            </a:r>
            <a:br/>
            <a:r>
              <a:t>OrderItem entity</a:t>
            </a:r>
            <a:br/>
            <a:r>
              <a:t>Status, address, exceptions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1325880"/>
            <a:ext cx="256032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984" y="1325880"/>
            <a:ext cx="64008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1490472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1947672"/>
            <a:ext cx="21488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AppDbContext</a:t>
            </a:r>
            <a:br/>
            <a:r>
              <a:t>Fluent mappings</a:t>
            </a:r>
            <a:br/>
            <a:r>
              <a:t>SQL Server migrations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166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API  →  Application  →  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66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2E8F0"/>
                </a:solidFill>
                <a:latin typeface="Aptos"/>
              </a:rPr>
              <a:t>Infrastructure implements Application interfaces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CQRS in the Order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CQRS is the separation pattern; MediatR is the in-process dispatcher.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4206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COMMANDS — 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4754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CreateOrderCommand</a:t>
            </a:r>
            <a:br/>
            <a:r>
              <a:t>UpdateOrderCommand</a:t>
            </a:r>
            <a:br/>
            <a:r>
              <a:t>DeleteOrderCommand</a:t>
            </a:r>
            <a:br/>
            <a:br/>
            <a:r>
              <a:t>Return minimal results; mutate tracked entities.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16636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64008" cy="4206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3619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QUERIES — 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93392"/>
            <a:ext cx="4754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GetOrderByIdQuery</a:t>
            </a:r>
            <a:br/>
            <a:r>
              <a:t>GetOrdersQuery</a:t>
            </a:r>
            <a:br/>
            <a:br/>
            <a:r>
              <a:t>Use AsNoTracking and projection; never return EF entities.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806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Rule: a query must not change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What happens inside IMediator.Send()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DI resolves one handler and composes registered behaviors around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691639" cy="7132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581912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8191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1417320"/>
            <a:ext cx="1691639" cy="7132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1581912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Send()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58191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417320"/>
            <a:ext cx="1691639" cy="7132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581912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5" y="158191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3" y="1417320"/>
            <a:ext cx="1691639" cy="7132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1581912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3" y="158191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417320"/>
            <a:ext cx="1691639" cy="7132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9016" y="1581912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Handler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158191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417320"/>
            <a:ext cx="1691639" cy="7132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1824" y="1581912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EF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560320"/>
            <a:ext cx="10424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 Request type determines IRequestHandler&lt;TRequest, TResponse&gt;.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 Pipeline behaviors wrap the handler like middleware.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 Validation stops invalid requests before business logic.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 Exceptions bubble to centralized API middleware.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 CancellationToken propagates to SQL execution.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Create order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POST /api/orders → 201 Created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070201" cy="7132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490472"/>
            <a:ext cx="196047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Request DTO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3121" y="149047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4289" y="1325880"/>
            <a:ext cx="2070201" cy="7132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9153" y="1490472"/>
            <a:ext cx="196047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4491" y="149047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5659" y="1325880"/>
            <a:ext cx="2070201" cy="7132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0523" y="1490472"/>
            <a:ext cx="196047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Validator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5860" y="149047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7028" y="1325880"/>
            <a:ext cx="2070201" cy="7132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1892" y="1490472"/>
            <a:ext cx="196047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Handler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7230" y="149047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8398" y="1325880"/>
            <a:ext cx="2070201" cy="7132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262" y="1490472"/>
            <a:ext cx="196047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SaveChanges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514600"/>
            <a:ext cx="3383280" cy="2880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2514600"/>
            <a:ext cx="64008" cy="2880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67919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136392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Unique order number</a:t>
            </a:r>
            <a:br/>
            <a:r>
              <a:t>Address required</a:t>
            </a:r>
            <a:br/>
            <a:r>
              <a:t>At least one item</a:t>
            </a:r>
            <a:br/>
            <a:r>
              <a:t>Quantity &amp; price &gt;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2514600"/>
            <a:ext cx="3383280" cy="2880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2514600"/>
            <a:ext cx="64008" cy="2880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267919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Handler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3136392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Build Order aggregate</a:t>
            </a:r>
            <a:br/>
            <a:r>
              <a:t>Create child items</a:t>
            </a:r>
            <a:br/>
            <a:r>
              <a:t>Calculate trusted total</a:t>
            </a:r>
            <a:br/>
            <a:r>
              <a:t>Assign audit timestamp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2514600"/>
            <a:ext cx="3383280" cy="2880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3296" y="2514600"/>
            <a:ext cx="64008" cy="2880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267919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3136392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EF tracks graph as Added</a:t>
            </a:r>
            <a:br/>
            <a:r>
              <a:t>One unit of work</a:t>
            </a:r>
            <a:br/>
            <a:r>
              <a:t>Unique index protects races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Read queries: detail and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Shape SQL for the endpoint rather than loading complete entities.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Get by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7548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AsNoTracking()</a:t>
            </a:r>
            <a:br/>
            <a:r>
              <a:t>Where(Id)</a:t>
            </a:r>
            <a:br/>
            <a:r>
              <a:t>Select(OrderDto)</a:t>
            </a:r>
            <a:br/>
            <a:r>
              <a:t>FirstOrDefaultAsync()</a:t>
            </a:r>
            <a:br/>
            <a:r>
              <a:t>404 when absent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1663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64008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9047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Get 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47672"/>
            <a:ext cx="47548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Optional status/customer filters</a:t>
            </a:r>
            <a:br/>
            <a:r>
              <a:t>Whitelisted sorting</a:t>
            </a:r>
            <a:br/>
            <a:r>
              <a:t>COUNT(*)</a:t>
            </a:r>
            <a:br/>
            <a:r>
              <a:t>Skip / Take</a:t>
            </a:r>
            <a:br/>
            <a:r>
              <a:t>Select(OrderListDto)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8978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Aptos"/>
              </a:rPr>
              <a:t>Projection reduces columns, tracking, serialization risk, and unnecessary Include().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Update and delete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Tracked aggregates for writes; explicit error semantics.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PUT /orders/{id}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7548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Load order + items</a:t>
            </a:r>
            <a:br/>
            <a:r>
              <a:t>Check RowVersion</a:t>
            </a:r>
            <a:br/>
            <a:r>
              <a:t>Update scalar values</a:t>
            </a:r>
            <a:br/>
            <a:r>
              <a:t>Synchronize items by SKU</a:t>
            </a:r>
            <a:br/>
            <a:r>
              <a:t>Recalculate total</a:t>
            </a:r>
            <a:br/>
            <a:r>
              <a:t>Save → 204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1663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64008" cy="4389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9047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DELETE /orders/{id}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47672"/>
            <a:ext cx="47548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Load aggregate</a:t>
            </a:r>
            <a:br/>
            <a:r>
              <a:t>404 when absent</a:t>
            </a:r>
            <a:br/>
            <a:r>
              <a:t>Delete order</a:t>
            </a:r>
            <a:br/>
            <a:r>
              <a:t>Cascade OrderItems</a:t>
            </a:r>
            <a:br/>
            <a:r>
              <a:t>Save → 204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8978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2E8F0"/>
                </a:solidFill>
                <a:latin typeface="Aptos"/>
              </a:rPr>
              <a:t>PUT replaces the editable representation; PATCH would describe partial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Validation and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Cross-cutting behavior belongs in one pipeline, not every controller.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6060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FluentValidation</a:t>
            </a:r>
            <a:br/>
            <a:r>
              <a:t>Invalid request shape or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17320"/>
            <a:ext cx="26060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417320"/>
            <a:ext cx="6400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5819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404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NotFoundException</a:t>
            </a:r>
            <a:br/>
            <a:r>
              <a:t>Order does not exist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417320"/>
            <a:ext cx="26060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417320"/>
            <a:ext cx="64008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5819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409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039112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BusinessRuleException</a:t>
            </a:r>
            <a:br/>
            <a:r>
              <a:t>Duplicate or stale update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1417320"/>
            <a:ext cx="26060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984" y="1417320"/>
            <a:ext cx="64008" cy="20116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15819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039112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Unexpected exception</a:t>
            </a:r>
            <a:br/>
            <a:r>
              <a:t>Logged; safe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2638044" cy="7132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4325112"/>
            <a:ext cx="25283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Handler throws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0963" y="432511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42132" y="4160520"/>
            <a:ext cx="2638044" cy="7132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96996" y="4325112"/>
            <a:ext cx="25283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Middleware catches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432511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4160520"/>
            <a:ext cx="2638044" cy="7132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7" y="4325112"/>
            <a:ext cx="25283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Maps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19388" y="432511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20556" y="4160520"/>
            <a:ext cx="2638044" cy="7132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5420" y="4325112"/>
            <a:ext cx="25283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JSON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EF Core and SQL Server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Fluent API defines schema, relationships, precision, and access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290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6400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1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30175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PK: Id</a:t>
            </a:r>
            <a:br/>
            <a:r>
              <a:t>Unique: OrderNumber</a:t>
            </a:r>
            <a:br/>
            <a:r>
              <a:t>Owned ShippingAddress</a:t>
            </a:r>
            <a:br/>
            <a:r>
              <a:t>rowversion concurrency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290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64008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44751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OrderItems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01952"/>
            <a:ext cx="30175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PK: Id</a:t>
            </a:r>
            <a:br/>
            <a:r>
              <a:t>FK: OrderId</a:t>
            </a:r>
            <a:br/>
            <a:r>
              <a:t>Cascade delete</a:t>
            </a:r>
            <a:br/>
            <a:r>
              <a:t>decimal(18,2) price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4290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64008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1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Indexes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0175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OrderNumber — lookup/unique</a:t>
            </a:r>
            <a:br/>
            <a:r>
              <a:t>CustomerId — history</a:t>
            </a:r>
            <a:br/>
            <a:r>
              <a:t>OrderDate — sorting/ranges</a:t>
            </a:r>
            <a:br/>
            <a:r>
              <a:t>Status —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Optimistic concurrency with RowVersion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Detect conflicting writes without holding database 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638044" cy="7132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581912"/>
            <a:ext cx="25283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Admin A reads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0963" y="158191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2132" y="1417320"/>
            <a:ext cx="2638044" cy="7132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6996" y="1581912"/>
            <a:ext cx="25283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Admin B saves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0176" y="158191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417320"/>
            <a:ext cx="2638044" cy="7132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1581912"/>
            <a:ext cx="25283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Admin A sends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9388" y="158191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0556" y="1417320"/>
            <a:ext cx="2638044" cy="7132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5420" y="1581912"/>
            <a:ext cx="25283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409 Conflict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51760"/>
            <a:ext cx="10424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 SQL Server updates rowversion whenever the row changes.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 Client sends the version it originally read.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 A stale version means the order changed in the meantime.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 Client reloads, reconciles changes, and retries.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6235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Production note: expose RowVersion in OrderDto as Base64.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Performance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Optimize common order-management access paths; measure before adding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20440" cy="4251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4251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Read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47672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AsNoTracking</a:t>
            </a:r>
            <a:br/>
            <a:r>
              <a:t>DTO projection</a:t>
            </a:r>
            <a:br/>
            <a:r>
              <a:t>No unnecessary Include</a:t>
            </a:r>
            <a:br/>
            <a:r>
              <a:t>Async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325880"/>
            <a:ext cx="3520440" cy="4251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325880"/>
            <a:ext cx="64008" cy="4251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4904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Result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1947672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Server-side pagination</a:t>
            </a:r>
            <a:br/>
            <a:r>
              <a:t>Bound page size</a:t>
            </a:r>
            <a:br/>
            <a:r>
              <a:t>Whitelisted sorting</a:t>
            </a:r>
            <a:br/>
            <a:r>
              <a:t>Avoid large graphs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325880"/>
            <a:ext cx="3520440" cy="4251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325880"/>
            <a:ext cx="64008" cy="4251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904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47672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Purposeful indexes</a:t>
            </a:r>
            <a:br/>
            <a:r>
              <a:t>Inspect generated SQL</a:t>
            </a:r>
            <a:br/>
            <a:r>
              <a:t>Review query plans</a:t>
            </a:r>
            <a:br/>
            <a:r>
              <a:t>Avoid round trips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Operation-level tests are fast; provider behavior belongs in integration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Handler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29718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Valid create</a:t>
            </a:r>
            <a:br/>
            <a:r>
              <a:t>Invalid create</a:t>
            </a:r>
            <a:br/>
            <a:r>
              <a:t>Duplicate number</a:t>
            </a:r>
            <a:br/>
            <a:r>
              <a:t>Existing/missing reads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32588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325880"/>
            <a:ext cx="64008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49047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Write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47672"/>
            <a:ext cx="29718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Successful update</a:t>
            </a:r>
            <a:br/>
            <a:r>
              <a:t>Stale RowVersion</a:t>
            </a:r>
            <a:br/>
            <a:r>
              <a:t>Successful delete</a:t>
            </a:r>
            <a:br/>
            <a:r>
              <a:t>Missing delete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32588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325880"/>
            <a:ext cx="64008" cy="429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49047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Integration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947672"/>
            <a:ext cx="29718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SQL constraints</a:t>
            </a:r>
            <a:br/>
            <a:r>
              <a:t>Fluent mappings</a:t>
            </a:r>
            <a:br/>
            <a:r>
              <a:t>Migrations</a:t>
            </a:r>
            <a:br/>
            <a:r>
              <a:t>rowversion semantics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852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Current suite: 10 passing application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Design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Use CQRS where explicit operations reduce change risk—not as ceremony.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Chosen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29718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In-process CQRS</a:t>
            </a:r>
            <a:br/>
            <a:r>
              <a:t>Direct DbContext interface</a:t>
            </a:r>
            <a:br/>
            <a:r>
              <a:t>Explicit DTO projection</a:t>
            </a:r>
            <a:br/>
            <a:r>
              <a:t>Pipeline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32588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325880"/>
            <a:ext cx="64008" cy="4297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49047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Avoided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47672"/>
            <a:ext cx="29718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Generic repository</a:t>
            </a:r>
            <a:br/>
            <a:r>
              <a:t>Fat controllers</a:t>
            </a:r>
            <a:br/>
            <a:r>
              <a:t>Returning EF entities</a:t>
            </a:r>
            <a:br/>
            <a:r>
              <a:t>Unnecessary AutoMapper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32588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325880"/>
            <a:ext cx="64008" cy="429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49047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Use simpler CRUD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947672"/>
            <a:ext cx="29718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Few endpoints</a:t>
            </a:r>
            <a:br/>
            <a:r>
              <a:t>Minimal business rules</a:t>
            </a:r>
            <a:br/>
            <a:r>
              <a:t>No read/write divergence</a:t>
            </a:r>
            <a:br/>
            <a:r>
              <a:t>Small internal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Order Management  •  ASP.NET Core  •  CQRS + MediatR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Final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Clear intent from HTTP request to SQL statement.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691639" cy="7132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673351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Thin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73351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1508760"/>
            <a:ext cx="1691639" cy="71323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1673351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MediatR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73351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508760"/>
            <a:ext cx="1691639" cy="7132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673351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Behaviors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5" y="1673351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3" y="1508760"/>
            <a:ext cx="1691639" cy="7132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1673351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Handlers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3" y="1673351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508760"/>
            <a:ext cx="1691639" cy="7132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9016" y="1673351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EF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1673351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508760"/>
            <a:ext cx="1691639" cy="7132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1824" y="1673351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9718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Commands change state.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9718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Queries shape reads.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9718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Pipelines enforce policy.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0916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ptos"/>
              </a:rPr>
              <a:t>Maintainable  •  Testable  •  Performant  •  Production-oriented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623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